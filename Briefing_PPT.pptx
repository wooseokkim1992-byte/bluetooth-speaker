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929292"/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1pPr>
    <a:lvl2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929292"/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2pPr>
    <a:lvl3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929292"/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3pPr>
    <a:lvl4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929292"/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4pPr>
    <a:lvl5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929292"/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5pPr>
    <a:lvl6pPr marL="0" marR="0" indent="2286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929292"/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6pPr>
    <a:lvl7pPr marL="0" marR="0" indent="2743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929292"/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7pPr>
    <a:lvl8pPr marL="0" marR="0" indent="3200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929292"/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8pPr>
    <a:lvl9pPr marL="0" marR="0" indent="3657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929292"/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rgbClr val="00A1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/>
          </a:solidFill>
        </a:fill>
      </a:tcStyle>
    </a:band2H>
    <a:firstCol>
      <a:tcTxStyle b="off" i="off">
        <a:font>
          <a:latin typeface="Avenir Next Medium"/>
          <a:ea typeface="Avenir Next Medium"/>
          <a:cs typeface="Avenir Next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13B100"/>
          </a:solidFill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Avenir Next Medium"/>
          <a:ea typeface="Avenir Next Medium"/>
          <a:cs typeface="Avenir Next Medium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52055"/>
              <a:lumOff val="-12548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/>
          </a:solidFill>
        </a:fill>
      </a:tcStyle>
    </a:band2H>
    <a:firstCol>
      <a:tcTxStyle b="off" i="off">
        <a:font>
          <a:latin typeface="Avenir Next Medium"/>
          <a:ea typeface="Avenir Next Medium"/>
          <a:cs typeface="Avenir Next Medium"/>
        </a:font>
        <a:srgbClr val="000000"/>
      </a:tcTxStyle>
      <a:tcStyle>
        <a:tcBdr>
          <a:left>
            <a:ln w="12700" cap="flat">
              <a:solidFill>
                <a:srgbClr val="E3E5E8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E3E5E8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Avenir Next Medium"/>
          <a:ea typeface="Avenir Next Medium"/>
          <a:cs typeface="Avenir Next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E3E5E8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64646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프레젠테이션 제목"/>
          <p:cNvSpPr txBox="1"/>
          <p:nvPr>
            <p:ph type="title" hasCustomPrompt="1"/>
          </p:nvPr>
        </p:nvSpPr>
        <p:spPr>
          <a:xfrm>
            <a:off x="1270000" y="3289300"/>
            <a:ext cx="21844000" cy="3879454"/>
          </a:xfrm>
          <a:prstGeom prst="rect">
            <a:avLst/>
          </a:prstGeom>
        </p:spPr>
        <p:txBody>
          <a:bodyPr/>
          <a:lstStyle>
            <a:lvl1pPr defTabSz="2438338">
              <a:lnSpc>
                <a:spcPct val="90000"/>
              </a:lnSpc>
              <a:defRPr spc="-348" sz="1160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</a:defRPr>
            </a:lvl1pPr>
          </a:lstStyle>
          <a:p>
            <a:pPr/>
            <a:r>
              <a:t>프레젠테이션 제목</a:t>
            </a:r>
          </a:p>
        </p:txBody>
      </p:sp>
      <p:sp>
        <p:nvSpPr>
          <p:cNvPr id="12" name="저자 및 날짜"/>
          <p:cNvSpPr txBox="1"/>
          <p:nvPr>
            <p:ph type="body" sz="quarter" idx="21" hasCustomPrompt="1"/>
          </p:nvPr>
        </p:nvSpPr>
        <p:spPr>
          <a:xfrm>
            <a:off x="1270000" y="12160429"/>
            <a:ext cx="21844000" cy="694056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343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저자 및 날짜</a:t>
            </a:r>
          </a:p>
        </p:txBody>
      </p:sp>
      <p:sp>
        <p:nvSpPr>
          <p:cNvPr id="13" name="본문 첫 번째 줄…"/>
          <p:cNvSpPr txBox="1"/>
          <p:nvPr>
            <p:ph type="body" sz="quarter" idx="1" hasCustomPrompt="1"/>
          </p:nvPr>
        </p:nvSpPr>
        <p:spPr>
          <a:xfrm>
            <a:off x="1270000" y="6985000"/>
            <a:ext cx="21844000" cy="2512352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pPr/>
            <a:r>
              <a:t>프레젠테이션 부제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산 위 어두운 밤하늘에 비치는 북극광"/>
          <p:cNvSpPr/>
          <p:nvPr>
            <p:ph type="pic" idx="21"/>
          </p:nvPr>
        </p:nvSpPr>
        <p:spPr>
          <a:xfrm>
            <a:off x="0" y="-762000"/>
            <a:ext cx="24384000" cy="15240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저자 및 날짜"/>
          <p:cNvSpPr txBox="1"/>
          <p:nvPr>
            <p:ph type="body" sz="quarter" idx="22" hasCustomPrompt="1"/>
          </p:nvPr>
        </p:nvSpPr>
        <p:spPr>
          <a:xfrm>
            <a:off x="1270000" y="12166600"/>
            <a:ext cx="21844000" cy="694055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343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저자 및 날짜</a:t>
            </a:r>
          </a:p>
        </p:txBody>
      </p:sp>
      <p:sp>
        <p:nvSpPr>
          <p:cNvPr id="23" name="프레젠테이션 제목"/>
          <p:cNvSpPr txBox="1"/>
          <p:nvPr>
            <p:ph type="title" hasCustomPrompt="1"/>
          </p:nvPr>
        </p:nvSpPr>
        <p:spPr>
          <a:xfrm>
            <a:off x="1270000" y="3289300"/>
            <a:ext cx="21844000" cy="3873500"/>
          </a:xfrm>
          <a:prstGeom prst="rect">
            <a:avLst/>
          </a:prstGeom>
        </p:spPr>
        <p:txBody>
          <a:bodyPr/>
          <a:lstStyle>
            <a:lvl1pPr defTabSz="2438400">
              <a:lnSpc>
                <a:spcPct val="90000"/>
              </a:lnSpc>
              <a:defRPr spc="-348" sz="11600"/>
            </a:lvl1pPr>
          </a:lstStyle>
          <a:p>
            <a:pPr/>
            <a:r>
              <a:t>프레젠테이션 제목</a:t>
            </a:r>
          </a:p>
        </p:txBody>
      </p:sp>
      <p:sp>
        <p:nvSpPr>
          <p:cNvPr id="24" name="본문 첫 번째 줄…"/>
          <p:cNvSpPr txBox="1"/>
          <p:nvPr>
            <p:ph type="body" sz="quarter" idx="1" hasCustomPrompt="1"/>
          </p:nvPr>
        </p:nvSpPr>
        <p:spPr>
          <a:xfrm>
            <a:off x="1270000" y="6985000"/>
            <a:ext cx="21844000" cy="25146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pPr/>
            <a:r>
              <a:t>프레젠테이션 부제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및 사진 대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별이 빛나는 밤하늘의 화려한 구름"/>
          <p:cNvSpPr/>
          <p:nvPr>
            <p:ph type="pic" idx="21"/>
          </p:nvPr>
        </p:nvSpPr>
        <p:spPr>
          <a:xfrm>
            <a:off x="7962900" y="-25400"/>
            <a:ext cx="20650200" cy="13766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슬라이드 제목"/>
          <p:cNvSpPr txBox="1"/>
          <p:nvPr>
            <p:ph type="title" hasCustomPrompt="1"/>
          </p:nvPr>
        </p:nvSpPr>
        <p:spPr>
          <a:xfrm>
            <a:off x="1270000" y="3886200"/>
            <a:ext cx="9652000" cy="3200202"/>
          </a:xfrm>
          <a:prstGeom prst="rect">
            <a:avLst/>
          </a:prstGeom>
        </p:spPr>
        <p:txBody>
          <a:bodyPr/>
          <a:lstStyle/>
          <a:p>
            <a:pPr/>
            <a:r>
              <a:t>슬라이드 제목</a:t>
            </a:r>
          </a:p>
        </p:txBody>
      </p:sp>
      <p:sp>
        <p:nvSpPr>
          <p:cNvPr id="34" name="본문 첫 번째 줄…"/>
          <p:cNvSpPr txBox="1"/>
          <p:nvPr>
            <p:ph type="body" sz="quarter" idx="1" hasCustomPrompt="1"/>
          </p:nvPr>
        </p:nvSpPr>
        <p:spPr>
          <a:xfrm>
            <a:off x="1270000" y="6845300"/>
            <a:ext cx="9652000" cy="56642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0" indent="457200" algn="ctr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0" indent="914400" algn="ctr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0" indent="1371600" algn="ctr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0" indent="1828800" algn="ctr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pPr/>
            <a:r>
              <a:t>슬라이드 부제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및 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슬라이드 제목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슬라이드 제목</a:t>
            </a:r>
          </a:p>
        </p:txBody>
      </p:sp>
      <p:sp>
        <p:nvSpPr>
          <p:cNvPr id="43" name="슬라이드 부제"/>
          <p:cNvSpPr txBox="1"/>
          <p:nvPr>
            <p:ph type="body" sz="quarter" idx="21" hasCustomPrompt="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슬라이드 부제</a:t>
            </a:r>
          </a:p>
        </p:txBody>
      </p:sp>
      <p:sp>
        <p:nvSpPr>
          <p:cNvPr id="44" name="본문 첫 번째 줄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본문 첫 번째 줄…"/>
          <p:cNvSpPr txBox="1"/>
          <p:nvPr>
            <p:ph type="body" idx="1" hasCustomPrompt="1"/>
          </p:nvPr>
        </p:nvSpPr>
        <p:spPr>
          <a:xfrm>
            <a:off x="1270000" y="4269316"/>
            <a:ext cx="21844000" cy="8432801"/>
          </a:xfrm>
          <a:prstGeom prst="rect">
            <a:avLst/>
          </a:prstGeom>
        </p:spPr>
        <p:txBody>
          <a:bodyPr numCol="2" spcCol="1092200"/>
          <a:lstStyle/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, 구분점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눈이 덮인 산 풍경 위 비치는 북극광"/>
          <p:cNvSpPr/>
          <p:nvPr>
            <p:ph type="pic" idx="21"/>
          </p:nvPr>
        </p:nvSpPr>
        <p:spPr>
          <a:xfrm>
            <a:off x="12204700" y="-2277533"/>
            <a:ext cx="12192000" cy="1827106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슬라이드 제목"/>
          <p:cNvSpPr txBox="1"/>
          <p:nvPr>
            <p:ph type="title" hasCustomPrompt="1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</p:spPr>
        <p:txBody>
          <a:bodyPr/>
          <a:lstStyle/>
          <a:p>
            <a:pPr/>
            <a:r>
              <a:t>슬라이드 제목</a:t>
            </a:r>
          </a:p>
        </p:txBody>
      </p:sp>
      <p:sp>
        <p:nvSpPr>
          <p:cNvPr id="62" name="본문 첫 번째 줄…"/>
          <p:cNvSpPr txBox="1"/>
          <p:nvPr>
            <p:ph type="body" sz="half" idx="1" hasCustomPrompt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</p:spPr>
        <p:txBody>
          <a:bodyPr/>
          <a:lstStyle/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슬라이드 부제"/>
          <p:cNvSpPr txBox="1"/>
          <p:nvPr>
            <p:ph type="body" sz="quarter" idx="22" hasCustomPrompt="1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슬라이드 부제</a:t>
            </a:r>
          </a:p>
        </p:txBody>
      </p:sp>
      <p:sp>
        <p:nvSpPr>
          <p:cNvPr id="64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섹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섹션 제목"/>
          <p:cNvSpPr txBox="1"/>
          <p:nvPr>
            <p:ph type="title" hasCustomPrompt="1"/>
          </p:nvPr>
        </p:nvSpPr>
        <p:spPr>
          <a:xfrm>
            <a:off x="1270000" y="3289300"/>
            <a:ext cx="21844000" cy="3873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pc="-348" sz="11600">
                <a:gradFill flip="none" rotWithShape="1">
                  <a:gsLst>
                    <a:gs pos="0">
                      <a:srgbClr val="00FF00"/>
                    </a:gs>
                    <a:gs pos="100000">
                      <a:srgbClr val="007DFF"/>
                    </a:gs>
                  </a:gsLst>
                  <a:lin ang="3965999" scaled="0"/>
                </a:gradFill>
              </a:defRPr>
            </a:lvl1pPr>
          </a:lstStyle>
          <a:p>
            <a:pPr/>
            <a:r>
              <a:t>섹션 제목</a:t>
            </a:r>
          </a:p>
        </p:txBody>
      </p:sp>
      <p:sp>
        <p:nvSpPr>
          <p:cNvPr id="7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전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슬라이드 제목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슬라이드 제목</a:t>
            </a:r>
          </a:p>
        </p:txBody>
      </p:sp>
      <p:sp>
        <p:nvSpPr>
          <p:cNvPr id="80" name="슬라이드 부제"/>
          <p:cNvSpPr txBox="1"/>
          <p:nvPr>
            <p:ph type="body" sz="quarter" idx="21" hasCustomPrompt="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슬라이드 부제</a:t>
            </a:r>
          </a:p>
        </p:txBody>
      </p:sp>
      <p:sp>
        <p:nvSpPr>
          <p:cNvPr id="8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의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의제 제목"/>
          <p:cNvSpPr txBox="1"/>
          <p:nvPr>
            <p:ph type="title" hasCustomPrompt="1"/>
          </p:nvPr>
        </p:nvSpPr>
        <p:spPr>
          <a:xfrm>
            <a:off x="1270000" y="812800"/>
            <a:ext cx="21844000" cy="1562100"/>
          </a:xfrm>
          <a:prstGeom prst="rect">
            <a:avLst/>
          </a:prstGeom>
        </p:spPr>
        <p:txBody>
          <a:bodyPr/>
          <a:lstStyle/>
          <a:p>
            <a:pPr/>
            <a:r>
              <a:t>의제 제목</a:t>
            </a:r>
          </a:p>
        </p:txBody>
      </p:sp>
      <p:sp>
        <p:nvSpPr>
          <p:cNvPr id="89" name="의제 부제"/>
          <p:cNvSpPr txBox="1"/>
          <p:nvPr>
            <p:ph type="body" sz="quarter" idx="21" hasCustomPrompt="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의제 부제</a:t>
            </a:r>
          </a:p>
        </p:txBody>
      </p:sp>
      <p:sp>
        <p:nvSpPr>
          <p:cNvPr id="90" name="본문 첫 번째 줄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buClrTx/>
              <a:buSzTx/>
              <a:buNone/>
              <a:defRPr spc="-55" sz="5500"/>
            </a:lvl1pPr>
            <a:lvl2pPr marL="0" indent="457200" defTabSz="825500">
              <a:buClrTx/>
              <a:buSzTx/>
              <a:buNone/>
              <a:defRPr spc="-55" sz="5500"/>
            </a:lvl2pPr>
            <a:lvl3pPr marL="0" indent="914400" defTabSz="825500">
              <a:buClrTx/>
              <a:buSzTx/>
              <a:buNone/>
              <a:defRPr spc="-55" sz="5500"/>
            </a:lvl3pPr>
            <a:lvl4pPr marL="0" indent="1371600" defTabSz="825500">
              <a:buClrTx/>
              <a:buSzTx/>
              <a:buNone/>
              <a:defRPr spc="-55" sz="5500"/>
            </a:lvl4pPr>
            <a:lvl5pPr marL="0" indent="1828800" defTabSz="825500">
              <a:buClrTx/>
              <a:buSzTx/>
              <a:buNone/>
              <a:defRPr spc="-55" sz="5500"/>
            </a:lvl5pPr>
          </a:lstStyle>
          <a:p>
            <a:pPr/>
            <a:r>
              <a:t>의제 주제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내역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본문 첫 번째 줄…"/>
          <p:cNvSpPr txBox="1"/>
          <p:nvPr>
            <p:ph type="body" sz="half" idx="1" hasCustomPrompt="1"/>
          </p:nvPr>
        </p:nvSpPr>
        <p:spPr>
          <a:xfrm>
            <a:off x="1270000" y="4546600"/>
            <a:ext cx="21844000" cy="4678065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FFFFFF"/>
                    </a:gs>
                    <a:gs pos="100000">
                      <a:srgbClr val="929292"/>
                    </a:gs>
                  </a:gsLst>
                  <a:lin ang="5400000" scaled="0"/>
                </a:gra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0" indent="45720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FFFFFF"/>
                    </a:gs>
                    <a:gs pos="100000">
                      <a:srgbClr val="929292"/>
                    </a:gs>
                  </a:gsLst>
                  <a:lin ang="5400000" scaled="0"/>
                </a:gradFill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0" indent="91440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FFFFFF"/>
                    </a:gs>
                    <a:gs pos="100000">
                      <a:srgbClr val="929292"/>
                    </a:gs>
                  </a:gsLst>
                  <a:lin ang="5400000" scaled="0"/>
                </a:gradFill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0" indent="137160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FFFFFF"/>
                    </a:gs>
                    <a:gs pos="100000">
                      <a:srgbClr val="929292"/>
                    </a:gs>
                  </a:gsLst>
                  <a:lin ang="5400000" scaled="0"/>
                </a:gradFill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0" indent="182880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FFFFFF"/>
                    </a:gs>
                    <a:gs pos="100000">
                      <a:srgbClr val="929292"/>
                    </a:gs>
                  </a:gsLst>
                  <a:lin ang="5400000" scaled="0"/>
                </a:gradFill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pPr/>
            <a:r>
              <a:t>내역서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중요한 사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본문 첫 번째 줄…"/>
          <p:cNvSpPr txBox="1"/>
          <p:nvPr>
            <p:ph type="body" sz="half" idx="1" hasCustomPrompt="1"/>
          </p:nvPr>
        </p:nvSpPr>
        <p:spPr>
          <a:xfrm>
            <a:off x="1270000" y="3906096"/>
            <a:ext cx="21844000" cy="4488604"/>
          </a:xfrm>
          <a:prstGeom prst="rect">
            <a:avLst/>
          </a:prstGeom>
        </p:spPr>
        <p:txBody>
          <a:bodyPr anchor="b"/>
          <a:lstStyle>
            <a:lvl1pPr marL="0" indent="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b="1" spc="-448" sz="2240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  <a:latin typeface="+mn-lt"/>
                <a:ea typeface="+mn-ea"/>
                <a:cs typeface="+mn-cs"/>
                <a:sym typeface="AvenirNext-DemiBold"/>
              </a:defRPr>
            </a:lvl1pPr>
            <a:lvl2pPr marL="0" indent="4572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b="1" spc="-448" sz="2240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  <a:latin typeface="+mn-lt"/>
                <a:ea typeface="+mn-ea"/>
                <a:cs typeface="+mn-cs"/>
                <a:sym typeface="AvenirNext-DemiBold"/>
              </a:defRPr>
            </a:lvl2pPr>
            <a:lvl3pPr marL="0" indent="9144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b="1" spc="-448" sz="2240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  <a:latin typeface="+mn-lt"/>
                <a:ea typeface="+mn-ea"/>
                <a:cs typeface="+mn-cs"/>
                <a:sym typeface="AvenirNext-DemiBold"/>
              </a:defRPr>
            </a:lvl3pPr>
            <a:lvl4pPr marL="0" indent="13716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b="1" spc="-448" sz="2240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  <a:latin typeface="+mn-lt"/>
                <a:ea typeface="+mn-ea"/>
                <a:cs typeface="+mn-cs"/>
                <a:sym typeface="AvenirNext-DemiBold"/>
              </a:defRPr>
            </a:lvl4pPr>
            <a:lvl5pPr marL="0" indent="18288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b="1" spc="-448" sz="2240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  <a:latin typeface="+mn-lt"/>
                <a:ea typeface="+mn-ea"/>
                <a:cs typeface="+mn-cs"/>
                <a:sym typeface="AvenirNext-DemiBold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사실 정보"/>
          <p:cNvSpPr txBox="1"/>
          <p:nvPr>
            <p:ph type="body" sz="quarter" idx="21" hasCustomPrompt="1"/>
          </p:nvPr>
        </p:nvSpPr>
        <p:spPr>
          <a:xfrm>
            <a:off x="1270000" y="85217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440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사실 정보</a:t>
            </a:r>
          </a:p>
        </p:txBody>
      </p:sp>
      <p:sp>
        <p:nvSpPr>
          <p:cNvPr id="10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인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속성"/>
          <p:cNvSpPr txBox="1"/>
          <p:nvPr>
            <p:ph type="body" sz="quarter" idx="21" hasCustomPrompt="1"/>
          </p:nvPr>
        </p:nvSpPr>
        <p:spPr>
          <a:xfrm>
            <a:off x="1270000" y="11155086"/>
            <a:ext cx="21844000" cy="832613"/>
          </a:xfrm>
          <a:prstGeom prst="rect">
            <a:avLst/>
          </a:prstGeom>
        </p:spPr>
        <p:txBody>
          <a:bodyPr anchor="ctr"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4400">
                <a:solidFill>
                  <a:srgbClr val="D5D5D5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속성</a:t>
            </a:r>
          </a:p>
        </p:txBody>
      </p:sp>
      <p:sp>
        <p:nvSpPr>
          <p:cNvPr id="116" name="본문 첫 번째 줄…"/>
          <p:cNvSpPr txBox="1"/>
          <p:nvPr>
            <p:ph type="body" sz="half" idx="1" hasCustomPrompt="1"/>
          </p:nvPr>
        </p:nvSpPr>
        <p:spPr>
          <a:xfrm>
            <a:off x="1270000" y="4659369"/>
            <a:ext cx="21844000" cy="439420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b="1"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FD00"/>
                    </a:gs>
                  </a:gsLst>
                  <a:lin ang="2700000" scaled="0"/>
                </a:gradFill>
                <a:latin typeface="+mn-lt"/>
                <a:ea typeface="+mn-ea"/>
                <a:cs typeface="+mn-cs"/>
                <a:sym typeface="AvenirNext-DemiBold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b="1"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FD00"/>
                    </a:gs>
                  </a:gsLst>
                  <a:lin ang="2700000" scaled="0"/>
                </a:gradFill>
                <a:latin typeface="+mn-lt"/>
                <a:ea typeface="+mn-ea"/>
                <a:cs typeface="+mn-cs"/>
                <a:sym typeface="AvenirNext-DemiBold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b="1"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FD00"/>
                    </a:gs>
                  </a:gsLst>
                  <a:lin ang="2700000" scaled="0"/>
                </a:gradFill>
                <a:latin typeface="+mn-lt"/>
                <a:ea typeface="+mn-ea"/>
                <a:cs typeface="+mn-cs"/>
                <a:sym typeface="AvenirNext-DemiBold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b="1"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FD00"/>
                    </a:gs>
                  </a:gsLst>
                  <a:lin ang="2700000" scaled="0"/>
                </a:gradFill>
                <a:latin typeface="+mn-lt"/>
                <a:ea typeface="+mn-ea"/>
                <a:cs typeface="+mn-cs"/>
                <a:sym typeface="AvenirNext-DemiBold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b="1"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FD00"/>
                    </a:gs>
                  </a:gsLst>
                  <a:lin ang="2700000" scaled="0"/>
                </a:gradFill>
                <a:latin typeface="+mn-lt"/>
                <a:ea typeface="+mn-ea"/>
                <a:cs typeface="+mn-cs"/>
                <a:sym typeface="AvenirNext-DemiBold"/>
              </a:defRPr>
            </a:lvl5pPr>
          </a:lstStyle>
          <a:p>
            <a:pPr/>
            <a:r>
              <a:t>“멋진 인용구”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사진 - 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눈이 덮인 풍경 위 비치는 북극광"/>
          <p:cNvSpPr/>
          <p:nvPr>
            <p:ph type="pic" sz="half" idx="21"/>
          </p:nvPr>
        </p:nvSpPr>
        <p:spPr>
          <a:xfrm>
            <a:off x="12192000" y="6229350"/>
            <a:ext cx="12192000" cy="812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별이 빛나는 밤하늘의 화려한 구름"/>
          <p:cNvSpPr/>
          <p:nvPr>
            <p:ph type="pic" sz="half" idx="22"/>
          </p:nvPr>
        </p:nvSpPr>
        <p:spPr>
          <a:xfrm>
            <a:off x="12192000" y="-641351"/>
            <a:ext cx="12192000" cy="812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눈이 덮인 산 풍경 위 비치는 북극광"/>
          <p:cNvSpPr/>
          <p:nvPr>
            <p:ph type="pic" idx="23"/>
          </p:nvPr>
        </p:nvSpPr>
        <p:spPr>
          <a:xfrm>
            <a:off x="-1" y="-2258501"/>
            <a:ext cx="12166601" cy="1823300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눈이 덮인 풍경 위 비치는 북극광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gradFill flip="none" rotWithShape="1">
          <a:gsLst>
            <a:gs pos="0">
              <a:srgbClr val="000000"/>
            </a:gs>
            <a:gs pos="100000">
              <a:srgbClr val="3B3B3B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"/>
          <p:cNvSpPr txBox="1"/>
          <p:nvPr>
            <p:ph type="title" hasCustomPrompt="1"/>
          </p:nvPr>
        </p:nvSpPr>
        <p:spPr>
          <a:xfrm>
            <a:off x="1270000" y="812800"/>
            <a:ext cx="21844000" cy="1557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/>
          <a:p>
            <a:pPr/>
            <a:r>
              <a:t>슬라이드 제목</a:t>
            </a:r>
          </a:p>
        </p:txBody>
      </p:sp>
      <p:sp>
        <p:nvSpPr>
          <p:cNvPr id="3" name="본문 첫 번째 줄…"/>
          <p:cNvSpPr txBox="1"/>
          <p:nvPr>
            <p:ph type="body" idx="1" hasCustomPrompt="1"/>
          </p:nvPr>
        </p:nvSpPr>
        <p:spPr>
          <a:xfrm>
            <a:off x="1270000" y="4267200"/>
            <a:ext cx="21844000" cy="843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11966448" y="13065506"/>
            <a:ext cx="438405" cy="4826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>
              <a:defRPr sz="22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52" strike="noStrike" sz="8400" u="none">
          <a:gradFill flip="none" rotWithShape="1">
            <a:gsLst>
              <a:gs pos="0">
                <a:srgbClr val="FFFFFF"/>
              </a:gs>
              <a:gs pos="100000">
                <a:srgbClr val="929292"/>
              </a:gs>
            </a:gsLst>
            <a:lin ang="5400000" scaled="0"/>
          </a:gradFill>
          <a:uFillTx/>
          <a:latin typeface="+mn-lt"/>
          <a:ea typeface="+mn-ea"/>
          <a:cs typeface="+mn-cs"/>
          <a:sym typeface="AvenirNext-DemiBold"/>
        </a:defRPr>
      </a:lvl1pPr>
      <a:lvl2pPr marL="0" marR="0" indent="4572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52" strike="noStrike" sz="8400" u="none">
          <a:gradFill flip="none" rotWithShape="1">
            <a:gsLst>
              <a:gs pos="0">
                <a:srgbClr val="FFFFFF"/>
              </a:gs>
              <a:gs pos="100000">
                <a:srgbClr val="929292"/>
              </a:gs>
            </a:gsLst>
            <a:lin ang="5400000" scaled="0"/>
          </a:gradFill>
          <a:uFillTx/>
          <a:latin typeface="+mn-lt"/>
          <a:ea typeface="+mn-ea"/>
          <a:cs typeface="+mn-cs"/>
          <a:sym typeface="AvenirNext-DemiBold"/>
        </a:defRPr>
      </a:lvl2pPr>
      <a:lvl3pPr marL="0" marR="0" indent="9144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52" strike="noStrike" sz="8400" u="none">
          <a:gradFill flip="none" rotWithShape="1">
            <a:gsLst>
              <a:gs pos="0">
                <a:srgbClr val="FFFFFF"/>
              </a:gs>
              <a:gs pos="100000">
                <a:srgbClr val="929292"/>
              </a:gs>
            </a:gsLst>
            <a:lin ang="5400000" scaled="0"/>
          </a:gradFill>
          <a:uFillTx/>
          <a:latin typeface="+mn-lt"/>
          <a:ea typeface="+mn-ea"/>
          <a:cs typeface="+mn-cs"/>
          <a:sym typeface="AvenirNext-DemiBold"/>
        </a:defRPr>
      </a:lvl3pPr>
      <a:lvl4pPr marL="0" marR="0" indent="13716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52" strike="noStrike" sz="8400" u="none">
          <a:gradFill flip="none" rotWithShape="1">
            <a:gsLst>
              <a:gs pos="0">
                <a:srgbClr val="FFFFFF"/>
              </a:gs>
              <a:gs pos="100000">
                <a:srgbClr val="929292"/>
              </a:gs>
            </a:gsLst>
            <a:lin ang="5400000" scaled="0"/>
          </a:gradFill>
          <a:uFillTx/>
          <a:latin typeface="+mn-lt"/>
          <a:ea typeface="+mn-ea"/>
          <a:cs typeface="+mn-cs"/>
          <a:sym typeface="AvenirNext-DemiBold"/>
        </a:defRPr>
      </a:lvl4pPr>
      <a:lvl5pPr marL="0" marR="0" indent="18288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52" strike="noStrike" sz="8400" u="none">
          <a:gradFill flip="none" rotWithShape="1">
            <a:gsLst>
              <a:gs pos="0">
                <a:srgbClr val="FFFFFF"/>
              </a:gs>
              <a:gs pos="100000">
                <a:srgbClr val="929292"/>
              </a:gs>
            </a:gsLst>
            <a:lin ang="5400000" scaled="0"/>
          </a:gradFill>
          <a:uFillTx/>
          <a:latin typeface="+mn-lt"/>
          <a:ea typeface="+mn-ea"/>
          <a:cs typeface="+mn-cs"/>
          <a:sym typeface="AvenirNext-DemiBold"/>
        </a:defRPr>
      </a:lvl5pPr>
      <a:lvl6pPr marL="0" marR="0" indent="22860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52" strike="noStrike" sz="8400" u="none">
          <a:gradFill flip="none" rotWithShape="1">
            <a:gsLst>
              <a:gs pos="0">
                <a:srgbClr val="FFFFFF"/>
              </a:gs>
              <a:gs pos="100000">
                <a:srgbClr val="929292"/>
              </a:gs>
            </a:gsLst>
            <a:lin ang="5400000" scaled="0"/>
          </a:gradFill>
          <a:uFillTx/>
          <a:latin typeface="+mn-lt"/>
          <a:ea typeface="+mn-ea"/>
          <a:cs typeface="+mn-cs"/>
          <a:sym typeface="AvenirNext-DemiBold"/>
        </a:defRPr>
      </a:lvl6pPr>
      <a:lvl7pPr marL="0" marR="0" indent="27432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52" strike="noStrike" sz="8400" u="none">
          <a:gradFill flip="none" rotWithShape="1">
            <a:gsLst>
              <a:gs pos="0">
                <a:srgbClr val="FFFFFF"/>
              </a:gs>
              <a:gs pos="100000">
                <a:srgbClr val="929292"/>
              </a:gs>
            </a:gsLst>
            <a:lin ang="5400000" scaled="0"/>
          </a:gradFill>
          <a:uFillTx/>
          <a:latin typeface="+mn-lt"/>
          <a:ea typeface="+mn-ea"/>
          <a:cs typeface="+mn-cs"/>
          <a:sym typeface="AvenirNext-DemiBold"/>
        </a:defRPr>
      </a:lvl7pPr>
      <a:lvl8pPr marL="0" marR="0" indent="32004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52" strike="noStrike" sz="8400" u="none">
          <a:gradFill flip="none" rotWithShape="1">
            <a:gsLst>
              <a:gs pos="0">
                <a:srgbClr val="FFFFFF"/>
              </a:gs>
              <a:gs pos="100000">
                <a:srgbClr val="929292"/>
              </a:gs>
            </a:gsLst>
            <a:lin ang="5400000" scaled="0"/>
          </a:gradFill>
          <a:uFillTx/>
          <a:latin typeface="+mn-lt"/>
          <a:ea typeface="+mn-ea"/>
          <a:cs typeface="+mn-cs"/>
          <a:sym typeface="AvenirNext-DemiBold"/>
        </a:defRPr>
      </a:lvl8pPr>
      <a:lvl9pPr marL="0" marR="0" indent="36576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52" strike="noStrike" sz="8400" u="none">
          <a:gradFill flip="none" rotWithShape="1">
            <a:gsLst>
              <a:gs pos="0">
                <a:srgbClr val="FFFFFF"/>
              </a:gs>
              <a:gs pos="100000">
                <a:srgbClr val="929292"/>
              </a:gs>
            </a:gsLst>
            <a:lin ang="5400000" scaled="0"/>
          </a:gradFill>
          <a:uFillTx/>
          <a:latin typeface="+mn-lt"/>
          <a:ea typeface="+mn-ea"/>
          <a:cs typeface="+mn-cs"/>
          <a:sym typeface="AvenirNext-DemiBold"/>
        </a:defRPr>
      </a:lvl9pPr>
    </p:titleStyle>
    <p:bodyStyle>
      <a:lvl1pPr marL="5588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FFFFFF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1pPr>
      <a:lvl2pPr marL="11176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FFFFFF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2pPr>
      <a:lvl3pPr marL="16764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FFFFFF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3pPr>
      <a:lvl4pPr marL="22352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FFFFFF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4pPr>
      <a:lvl5pPr marL="27940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FFFFFF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5pPr>
      <a:lvl6pPr marL="33528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FFFFFF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6pPr>
      <a:lvl7pPr marL="39116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FFFFFF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7pPr>
      <a:lvl8pPr marL="44704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FFFFFF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8pPr>
      <a:lvl9pPr marL="50292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FFFFFF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블루투스 음원 스트리밍 스피커"/>
          <p:cNvSpPr txBox="1"/>
          <p:nvPr>
            <p:ph type="ctrTitle"/>
          </p:nvPr>
        </p:nvSpPr>
        <p:spPr>
          <a:xfrm>
            <a:off x="1270000" y="1270000"/>
            <a:ext cx="21844000" cy="2286000"/>
          </a:xfrm>
          <a:prstGeom prst="rect">
            <a:avLst/>
          </a:prstGeom>
        </p:spPr>
        <p:txBody>
          <a:bodyPr/>
          <a:lstStyle/>
          <a:p>
            <a:pPr/>
            <a:r>
              <a:t>블루투스 음원 스트리밍 스피커</a:t>
            </a:r>
          </a:p>
        </p:txBody>
      </p:sp>
      <p:sp>
        <p:nvSpPr>
          <p:cNvPr id="152" name="Wi-Fi / TCP  재생 제어     Bluetooth SPP  음원 전송…"/>
          <p:cNvSpPr txBox="1"/>
          <p:nvPr>
            <p:ph type="body" idx="21"/>
          </p:nvPr>
        </p:nvSpPr>
        <p:spPr>
          <a:xfrm>
            <a:off x="1270000" y="9652000"/>
            <a:ext cx="21844000" cy="2286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defTabSz="825500">
              <a:defRPr sz="3500"/>
            </a:pPr>
            <a:r>
              <a:t>Wi-Fi / TCP  재생 제어     Bluetooth SPP  음원 전송</a:t>
            </a:r>
          </a:p>
          <a:p>
            <a:pPr defTabSz="825500">
              <a:defRPr sz="3500"/>
            </a:pPr>
            <a:r>
              <a:t>UART  컨트롤러 신호     I²S  ESP32 → STM32 PCM 전달</a:t>
            </a:r>
          </a:p>
        </p:txBody>
      </p:sp>
      <p:sp>
        <p:nvSpPr>
          <p:cNvPr id="153" name="Raspberry Pi의 음원을 선택해 한 대의 스피커에서 재생…"/>
          <p:cNvSpPr txBox="1"/>
          <p:nvPr>
            <p:ph type="subTitle" sz="half" idx="1"/>
          </p:nvPr>
        </p:nvSpPr>
        <p:spPr>
          <a:xfrm>
            <a:off x="1270000" y="4445000"/>
            <a:ext cx="21844000" cy="3429000"/>
          </a:xfrm>
          <a:prstGeom prst="rect">
            <a:avLst/>
          </a:prstGeom>
        </p:spPr>
        <p:txBody>
          <a:bodyPr/>
          <a:lstStyle/>
          <a:p>
            <a:pPr/>
            <a:r>
              <a:t>Raspberry Pi의 음원을 선택해 한 대의 스피커에서 재생</a:t>
            </a:r>
          </a:p>
          <a:p>
            <a:pPr/>
            <a:r>
              <a:t>ESP32 2대: 사용자 컨트롤러와 통신·PCM 전달</a:t>
            </a:r>
          </a:p>
          <a:p>
            <a:pPr/>
            <a:r>
              <a:t>STM32F411RE: 오디오 출력 제어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시스템 구성과 데이터 흐름"/>
          <p:cNvSpPr txBox="1"/>
          <p:nvPr>
            <p:ph type="ctrTitle"/>
          </p:nvPr>
        </p:nvSpPr>
        <p:spPr>
          <a:xfrm>
            <a:off x="1270000" y="1270000"/>
            <a:ext cx="21844000" cy="2286000"/>
          </a:xfrm>
          <a:prstGeom prst="rect">
            <a:avLst/>
          </a:prstGeom>
        </p:spPr>
        <p:txBody>
          <a:bodyPr/>
          <a:lstStyle/>
          <a:p>
            <a:pPr/>
            <a:r>
              <a:t>시스템 구성과 데이터 흐름</a:t>
            </a:r>
          </a:p>
        </p:txBody>
      </p:sp>
      <p:sp>
        <p:nvSpPr>
          <p:cNvPr id="156" name="Raspberry Pi…"/>
          <p:cNvSpPr/>
          <p:nvPr/>
        </p:nvSpPr>
        <p:spPr>
          <a:xfrm>
            <a:off x="1270000" y="7239000"/>
            <a:ext cx="4318000" cy="24130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457200">
              <a:defRPr sz="44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Raspberry Pi</a:t>
            </a:r>
          </a:p>
          <a:p>
            <a:pPr defTabSz="457200">
              <a:defRPr sz="44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음원 서버</a:t>
            </a:r>
          </a:p>
        </p:txBody>
      </p:sp>
      <p:sp>
        <p:nvSpPr>
          <p:cNvPr id="157" name="ESP32 #2…"/>
          <p:cNvSpPr/>
          <p:nvPr/>
        </p:nvSpPr>
        <p:spPr>
          <a:xfrm>
            <a:off x="9652000" y="7239000"/>
            <a:ext cx="4572000" cy="24130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457200">
              <a:defRPr sz="44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ESP32 #2</a:t>
            </a:r>
          </a:p>
          <a:p>
            <a:pPr defTabSz="457200">
              <a:defRPr sz="44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통신 · PCM 전달</a:t>
            </a:r>
          </a:p>
        </p:txBody>
      </p:sp>
      <p:sp>
        <p:nvSpPr>
          <p:cNvPr id="158" name="STM32F411RE…"/>
          <p:cNvSpPr/>
          <p:nvPr/>
        </p:nvSpPr>
        <p:spPr>
          <a:xfrm>
            <a:off x="18542000" y="7239000"/>
            <a:ext cx="4572000" cy="24130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457200">
              <a:defRPr sz="42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STM32F411RE</a:t>
            </a:r>
          </a:p>
          <a:p>
            <a:pPr defTabSz="457200">
              <a:defRPr sz="42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오디오 출력 제어</a:t>
            </a:r>
          </a:p>
        </p:txBody>
      </p:sp>
      <p:sp>
        <p:nvSpPr>
          <p:cNvPr id="159" name="ESP32 #1…"/>
          <p:cNvSpPr/>
          <p:nvPr/>
        </p:nvSpPr>
        <p:spPr>
          <a:xfrm>
            <a:off x="9652000" y="3937000"/>
            <a:ext cx="4572000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457200">
              <a:defRPr sz="44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ESP32 #1</a:t>
            </a:r>
          </a:p>
          <a:p>
            <a:pPr defTabSz="457200">
              <a:defRPr sz="44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컨트롤러</a:t>
            </a:r>
          </a:p>
        </p:txBody>
      </p:sp>
      <p:sp>
        <p:nvSpPr>
          <p:cNvPr id="160" name="DAC / AMP…"/>
          <p:cNvSpPr/>
          <p:nvPr/>
        </p:nvSpPr>
        <p:spPr>
          <a:xfrm>
            <a:off x="18542000" y="11176000"/>
            <a:ext cx="4572000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457200">
              <a:defRPr sz="42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DAC / AMP</a:t>
            </a:r>
          </a:p>
          <a:p>
            <a:pPr defTabSz="457200">
              <a:defRPr sz="4200">
                <a:solidFill>
                  <a:srgbClr val="000000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pPr>
            <a:r>
              <a:t>스피커 출력</a:t>
            </a:r>
          </a:p>
        </p:txBody>
      </p:sp>
      <p:sp>
        <p:nvSpPr>
          <p:cNvPr id="161" name="UART…"/>
          <p:cNvSpPr txBox="1"/>
          <p:nvPr/>
        </p:nvSpPr>
        <p:spPr>
          <a:xfrm>
            <a:off x="10541000" y="5905500"/>
            <a:ext cx="2794000" cy="127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600">
                <a:solidFill>
                  <a:srgbClr val="D5D5D5"/>
                </a:solidFill>
              </a:defRPr>
            </a:pPr>
            <a:r>
              <a:t>UART</a:t>
            </a:r>
          </a:p>
          <a:p>
            <a:pPr>
              <a:defRPr sz="3600">
                <a:solidFill>
                  <a:srgbClr val="D5D5D5"/>
                </a:solidFill>
              </a:defRPr>
            </a:pPr>
            <a:r>
              <a:t>↓</a:t>
            </a:r>
          </a:p>
        </p:txBody>
      </p:sp>
      <p:sp>
        <p:nvSpPr>
          <p:cNvPr id="162" name="Wi-Fi / TCP  ↔…"/>
          <p:cNvSpPr txBox="1"/>
          <p:nvPr/>
        </p:nvSpPr>
        <p:spPr>
          <a:xfrm>
            <a:off x="5715000" y="7747000"/>
            <a:ext cx="3810000" cy="134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600">
                <a:solidFill>
                  <a:srgbClr val="D5D5D5"/>
                </a:solidFill>
              </a:defRPr>
            </a:pPr>
            <a:r>
              <a:t>Wi-Fi / TCP  ↔</a:t>
            </a:r>
          </a:p>
          <a:p>
            <a:pPr>
              <a:defRPr sz="3600">
                <a:solidFill>
                  <a:srgbClr val="D5D5D5"/>
                </a:solidFill>
              </a:defRPr>
            </a:pPr>
            <a:r>
              <a:t>Bluetooth SPP  →</a:t>
            </a:r>
          </a:p>
        </p:txBody>
      </p:sp>
      <p:sp>
        <p:nvSpPr>
          <p:cNvPr id="163" name="I²S / PCM  →"/>
          <p:cNvSpPr txBox="1"/>
          <p:nvPr/>
        </p:nvSpPr>
        <p:spPr>
          <a:xfrm>
            <a:off x="14478000" y="8064500"/>
            <a:ext cx="38100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rgbClr val="D5D5D5"/>
                </a:solidFill>
              </a:defRPr>
            </a:lvl1pPr>
          </a:lstStyle>
          <a:p>
            <a:pPr/>
            <a:r>
              <a:t>I²S / PCM  →</a:t>
            </a:r>
          </a:p>
        </p:txBody>
      </p:sp>
      <p:sp>
        <p:nvSpPr>
          <p:cNvPr id="164" name="SPP 음원 포맷·코덱과 전송률은 구현 단계에서 확정"/>
          <p:cNvSpPr txBox="1"/>
          <p:nvPr/>
        </p:nvSpPr>
        <p:spPr>
          <a:xfrm>
            <a:off x="1270000" y="11366500"/>
            <a:ext cx="1562100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/>
            </a:lvl1pPr>
          </a:lstStyle>
          <a:p>
            <a:pPr/>
            <a:r>
              <a:t>SPP 음원 포맷·코덱과 전송률은 구현 단계에서 확정</a:t>
            </a:r>
          </a:p>
        </p:txBody>
      </p:sp>
      <p:sp>
        <p:nvSpPr>
          <p:cNvPr id="165" name="↓"/>
          <p:cNvSpPr txBox="1"/>
          <p:nvPr/>
        </p:nvSpPr>
        <p:spPr>
          <a:xfrm>
            <a:off x="19939000" y="9969499"/>
            <a:ext cx="1778000" cy="1003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6000">
                <a:solidFill>
                  <a:srgbClr val="D5D5D5"/>
                </a:solidFill>
              </a:defRPr>
            </a:lvl1pPr>
          </a:lstStyle>
          <a:p>
            <a:pPr/>
            <a:r>
              <a:t>↓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2_ColorGradient">
  <a:themeElements>
    <a:clrScheme name="22_ColorGradient">
      <a:dk1>
        <a:srgbClr val="810092"/>
      </a:dk1>
      <a:lt1>
        <a:srgbClr val="929292"/>
      </a:lt1>
      <a:dk2>
        <a:srgbClr val="5E5E5E"/>
      </a:dk2>
      <a:lt2>
        <a:srgbClr val="D5D5D5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2_ColorGradient">
      <a:majorFont>
        <a:latin typeface="AvenirNext-DemiBold"/>
        <a:ea typeface="AvenirNext-DemiBold"/>
        <a:cs typeface="AvenirNext-DemiBold"/>
      </a:majorFont>
      <a:minorFont>
        <a:latin typeface="AvenirNext-DemiBold"/>
        <a:ea typeface="AvenirNext-DemiBold"/>
        <a:cs typeface="AvenirNext-DemiBold"/>
      </a:minorFont>
    </a:fontScheme>
    <a:fmtScheme name="22_ColorGradie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929292"/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2_ColorGradient">
  <a:themeElements>
    <a:clrScheme name="22_ColorGradien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2_ColorGradient">
      <a:majorFont>
        <a:latin typeface="AvenirNext-DemiBold"/>
        <a:ea typeface="AvenirNext-DemiBold"/>
        <a:cs typeface="AvenirNext-DemiBold"/>
      </a:majorFont>
      <a:minorFont>
        <a:latin typeface="AvenirNext-DemiBold"/>
        <a:ea typeface="AvenirNext-DemiBold"/>
        <a:cs typeface="AvenirNext-DemiBold"/>
      </a:minorFont>
    </a:fontScheme>
    <a:fmtScheme name="22_ColorGradie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929292"/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